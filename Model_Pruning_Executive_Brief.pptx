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Executive Notes:
- Welcome leadership team. This executive brief presents our End-to-End Model Pruning Optimization Framework.
- Key takeaway: We move away from empirical trial-and-error weight deletion to a formal constrained optimization pipeline.
- We target 30-60% latency speedups and significant VRAM savings with zero accuracy degradation.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Executive Notes:
- To keep the architecture clean and uncluttered, we present the 4-stage pipeline as a linear data flow.
- Stage 1 sets hard engineering constraints, Stage 2 conducts deep analysis, Stage 3 optimizes &amp; recovers weights, and Stage 4 handles production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Executive Notes:
- Here we explain the core technical breakthroughs to leadership:
  1. Non-uniform pruning ratios derived from sensitivity profiling protect fragile layers.
  2. Graph dependency analysis guarantees valid architecture execution.
  3. Hardware-aware targeting ensures real-world speedup on deployed GPUs/NPUs.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Executive Notes:
- Summarizes the production lifecycle and clear ROI metrics for leadership.
- Key outcomes: 30-60% faster inference, 2-4x memory reduction, retaining at least 99.5% of baseline model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TECHNICAL 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Model Pruning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ad-hoc model compression into a formal, hardware-aware constrained optimization problem.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inference latency (30-60%) &amp; memory footprint while strictly preserving task accuracy/mAP.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3756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35661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profiling (Dependency Graph + Importance Scoring + Layer Sensitivity Probing).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Impact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35661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Hardware-aware policy search (N:M Tensor Core sparsity or Structured Channel pruning for edge/server).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0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Optimization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Framework • Executive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20640" y="4800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 Deck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Targets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dense model, task dataset, accuracy threshold, latency budget, &amp; 3D search space.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2128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graph dependency check, calculate Taylor/Fisher importance, &amp; probe layer sensitivities.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16936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540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30540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Search &amp; Recovery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0540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concrete per-layer ratios, execute structured/N:M pruning, &amp; recover via distillation.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953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895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Export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89534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numerical accuracy &amp; runtime speed, then export optimized graph (ONNX / TensorRT).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Formulates an explicit, constraint-matched execution policy P rather than a blind global threshold.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0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DIFFERENTIATORS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Policy Search Outperforms Naive Pruning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Framework • Executive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20640" y="4800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 Deck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Non-Uniform Layer Allocation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54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convolutional layers and classifier heads are highly sensitive (0-10% capacity), while deep feature maps contain heavy redundancy (40-60% capacity). Equal per-layer pruning is an anti-pattern that destroys accuracy.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2313432"/>
            <a:ext cx="7498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423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 Coupling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neural networks feature residual shortcuts and coupled layers (Conv → BN → Conv). Our graph dependency engine automatically groups coupled channels, eliminating post-pruning dimension mismatch errors.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7280" y="3456432"/>
            <a:ext cx="7498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Hardware-Aware Execution Schemes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40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Semi-Structured N:M (2:4) sparsity for 2x math acceleration on NVIDIA Tensor Cores, or Structured Channel Pruning for immediate latency reduction on standard edge CPUs and NPUs.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0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20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METRICS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Lifecycle &amp; ROI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Framework • Executive Summary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120640" y="4800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 Deck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LIFECYCLE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657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Profiling &amp; Constraint Setup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Multi-Engine Analysis &amp; Policy 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Execution &amp; Distillation Recovery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Verification &amp; Production Handover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234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PERFORMANCE IMPACT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3931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– 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19659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Latency Reduction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2176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FLOPs reduction &amp; tensor dimension shrinking.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– 4x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2926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/ Memory Footprint Savings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31363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larger batch sizes or deployment on constrained edge hardware.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99.5%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63440" y="3886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Accuracy Retention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sensitivity-aware ratio allocation and distillation.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Pruning Framework - Executive Technical Brief</dc:title>
  <dc:subject>PptxGenJS Presentation</dc:subject>
  <dc:creator>Antigravity AI Systems</dc:creator>
  <cp:lastModifiedBy>Antigravity AI Systems</cp:lastModifiedBy>
  <cp:revision>1</cp:revision>
  <dcterms:created xsi:type="dcterms:W3CDTF">2026-09-09T10:03:45Z</dcterms:created>
  <dcterms:modified xsi:type="dcterms:W3CDTF">2026-09-09T10:03:45Z</dcterms:modified>
</cp:coreProperties>
</file>