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Speaker Notes:
- Welcome team. Today we present the End-to-End Model Pruning Optimization Framework in a clean, minimalist monochrome format.
- Rather than viewing model pruning as a simple one-off heuristic, this architecture treats pruning as a formal constrained optimization problem.
- We balance model efficiency against task performance constraints across a structured, top-down execution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Speaker Notes:
- Map the entire framework into 4 distinct vertical layers: Configuration, Analysis, Optimization, and Deployment.
- Clean monochrome design keeps presentation focused purely on structural logic and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Speaker Notes:
- Phase 1 defines the search configuration space.
- Formulates Search Space = Granularity x Importance Criterion x Target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Speaker Notes:
- Phase 2 runs 3 parallel engines: Dependency Analysis, Importance Analysis, and Sensitivity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Speaker Notes:
- Details 3 tiers of importance criteria: Weight-based, Gradient-based, and Second-order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Speaker Notes:
- Proves why non-uniform per-layer ratios derived from sensitivity curves preserve model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Speaker Notes:
- Phase 3 converts all prior analysis into an explicit execution policy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Speaker Notes:
- Phase 4 details Unstructured, Semi-Structured (N:M), and Structured pruning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Speaker Notes:
- Model recovery is required before multi-metric evaluation across Accuracy, Efficiency, &amp; Hardware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Speaker Notes:
- Formulates pruning as a mathematical constrained optimization problem.
- Final export to ONNX/TensorRT and production handover upon target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31089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DECK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Model Pruning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Framework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Architecture for Neural Network Compression, Sensitivity Analysis &amp; Constrained Policy Search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76809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50208"/>
            <a:ext cx="24688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959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Search Loop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3950208"/>
            <a:ext cx="24688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9959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4206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+ Importance + Sensitivity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3950208"/>
            <a:ext cx="2468880" cy="658368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9959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4206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/ N:M / Unstructured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System Architecture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965960" cy="29260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17320"/>
            <a:ext cx="365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17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Search Space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514600"/>
            <a:ext cx="1691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1691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dense model weights, task dataset, target accuracy/latency constraints, and the 3D search space (Granularity × Criterion × Scope).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1234440"/>
            <a:ext cx="1965960" cy="29260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417320"/>
            <a:ext cx="365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417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ANALYSIS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Intelligence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514600"/>
            <a:ext cx="1691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606040"/>
            <a:ext cx="1691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parallel Dependency Graph Analysis, Importance Scoring (L1/Taylor/Fisher), and Layer Sensitivity Probing.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1965960" cy="29260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17320"/>
            <a:ext cx="365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17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OPTIMIZER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Execution &amp; Recovery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1691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606040"/>
            <a:ext cx="1691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Formulates actionable Pruning Policy, applies weight/channel removal, recovers via Fine-Tuning/Distillation, &amp; benchmarks constraints.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0" y="1234440"/>
            <a:ext cx="1965960" cy="292608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417320"/>
            <a:ext cx="365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417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22402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Finalization &amp; Export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2514600"/>
            <a:ext cx="16916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606040"/>
            <a:ext cx="1691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numerical/structural integrity, exports optimized graph (ONNX/TensorRT), and deploys to target edge/server runtime.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framework searches for an optimal pruning policy that maximizes model efficiency while strictly satisfying accuracy and deployment constraints.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 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Input &amp; Pruning Search Space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74320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&amp; CONSTRAINTS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Artifacts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385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/ dense model weights &amp; architecture graph.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&amp; Task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6243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dataset, task type (Classification, Detection, LLM).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Targets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3101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Accuracy / mAP threshold, Target Sparsity (e.g. 50%).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Constraints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9959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Latency (ms), FPS, Peak VRAM, Memory Bandwidth.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234440"/>
            <a:ext cx="530352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SEARCH SPACE FORMULATION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1691640"/>
            <a:ext cx="49377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6916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  =  Granularity  ×  Importance Criterion  ×  Target Scope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2148840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2219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GRANULARITY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2219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prune?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03320" y="24963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Unstructured: Individual Weights  •  Semi-Structured: N:M (2:4, 4:8)  •  Structured: Channels, Filters, Layers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66160" y="2953512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0266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CRITERION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026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measure importance?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03320" y="33009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Magnitude: L1 / L2 Norm  •  Gradient: First-order Taylor, Movement  •  Advanced: Fisher, Hessian, SNIP, SynFlow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0" y="3758184"/>
            <a:ext cx="4937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8313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TARGET SCOPE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831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prune?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03320" y="41056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Scope (Whole network)  •  Per-Layer / Per-Module Scope  •  Exclusion Rules (Sensitive layers)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TRIPLE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Model Analysis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71600"/>
            <a:ext cx="23317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3A. DEPENDENCY ANALYSIS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components MUST be pruned together?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internal computational graph &amp; tensor shapes.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coupled layers (e.g. Conv A → BN → ReLU → Conv B).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dimension mismatch errors across residual connections.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Grouped Pruning Constraints.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371600"/>
            <a:ext cx="23317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3B. IMPORTANCE ANALYSIS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1783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weights/channels contribute least to task performance?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237744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Calculates importance score per weight/channel/layer.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Magnitude, Gradient-based, &amp; Second-order metrics.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Ranks candidate components globally or per layer.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Component Importance Ranking.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1371600"/>
            <a:ext cx="23317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3C. SENSITIVITY ANALYSIS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783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pruning can each layer tolerate before accuracy drops?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37744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Probes layer response by applying temporary pruning ratios.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Evaluates validation accuracy / loss degradation curve.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robust vs sensitive layers.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Layer Sensitivity Curves &amp; Thresholds.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Importance Estimation &amp; Candidate Ranking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WEIGHT-BASED METRICS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Heuristic Evaluation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82880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6596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3911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/ L2 Magnitude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||W||_1 = \sum |w_i|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simple. Assumes small weights contribute negligible signal.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6499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Scaling Factor (Gamma)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\gamma \in \text{BatchNorm}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3794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channel importance via BatchNorm scale parameters.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371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&amp; TAYLOR EXPANSION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16002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Loss-Aware Sensitivity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182880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96596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03911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First-Order Taylor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224028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I_i = | \frac{\partial L}{\partial w_i} \cdot w_i |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exact first-order change in loss when removing weight w_i.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329184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36499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Data-Aware Metrics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0" y="3566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 / GraSP / Movement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0" y="3794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saliency before training or dynamically during fine-tuning.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3716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SECOND-ORDER &amp; INFORMATION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16002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&amp; Variance Analysis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182880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196596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03911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Hessian-Based (OBD/OBS)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224028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S_i = w_i^T H w_i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364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loss surface curvature (Hessian matrix) for optimal weight deletion.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3291840"/>
            <a:ext cx="2331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36499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 Information Matrix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35661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\mathbb{E}[\nabla L \nabla L^T]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63640" y="3794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information content and gradient variance per layer.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PROFILING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Sensitivity Analysis &amp; Layer Profiling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SENSITIVITY PROBING WORKFLOW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288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Temporary Pruning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039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single candidate layer &amp; apply ratios [10%, 20%, ... 80%].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441448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871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Validation Evaluation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validation mini-batches to measure instantaneous loss / accuracy drop.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099816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455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Curve Generation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355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Sensitivity Curve (Pruning Ratio vs. Accuracy Degradation).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3758184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039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Threshold Mapping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0142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layers into Robust, Moderate, or Highly Sensitive groups.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411480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SENSITIVITY CATEGORIZATION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856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LAYERS (e.g., Deep Conv / MLP)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0574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Capacity: 40% - 60% Pruning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2258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feature maps. Can be pruned aggressively with negligible accuracy impact.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679192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52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LAYERS (e.g., Mid-stage Layers)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9535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Capacity: 20% - 30% Pruning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capacity. Requires moderate pruning ratio &amp; fine-tuning recovery.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3575304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LAYERS (e.g., First Conv / Output Heads)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8496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Capacity: 0% - 10% (Excluding)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050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feature extraction / logit prediction. Pruning causes severe accuracy drop.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FORMULATION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Pruning Policy Selection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MULTI-ENGINE ANALYSIS SYNTHESIS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Constraints  +  Importance Scores &amp; Ranking  +  Sensitivity Profiles  +  Hardware Targets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2011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931920" cy="2423160"/>
          </a:xfrm>
          <a:prstGeom prst="rect">
            <a:avLst/>
          </a:prstGeom>
          <a:solidFill>
            <a:srgbClr val="F8F9FA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EXECUTABLE PRUNING POLICY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Granularity: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Channel Pruning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081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Metric: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081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Taylor Expansion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465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Target: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465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Backbone (Excl. Stem &amp; Head)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8496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Ratio: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8496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20% | Conv2: 45% | Conv3: 30%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33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Strategy: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4233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Layer-wise Execution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3931920" cy="242316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77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ADVANTAGE: POLICY VS. THRESHOLDING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26974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Outputs an explicit, actionable execution policy P rather than a blind global score.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17296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Respects layer dependencies, avoiding broken tensor shapes post-pruning.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6484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Applies non-uniform per-layer ratios matched to measured layer sensitivities.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412394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Supports hardware-aware optimization tailored to edge vs server runtimes.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Pruning Execution Modes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PRUNING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58191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Weight Masking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828800"/>
            <a:ext cx="233172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74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[ 1.2   0.3  -0.1   0.8 ]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[ 0.02  0.7   0.01  0.4 ]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 Mask Zero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[ 1.2   0.3    0    0.8 ]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    0.7    0    0.4 ]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292608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Masks individual weight elements to zero.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theoretical parameter compression.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sparse execution engine (e.g. CuSPARSE) to realize speedup.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3716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SEMI-STRUCTURED (N:M)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58191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Sparse Pattern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1828800"/>
            <a:ext cx="233172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874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N:M Pattern (e.g. 2:4 Sparsity)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x   x   0   0 ]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x   0   x   0 ]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   x   x   0 ]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292608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Enforces exactly N non-zero values per M contiguous weights.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hardware acceleration on NVIDIA Ampere/Hopper Tensor Cores.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Guarantees 2x math throughput with zero accuracy loss.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1234440"/>
            <a:ext cx="260604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37160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PRUNING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158191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Modification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828800"/>
            <a:ext cx="233172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8745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Layer (256 Channels)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↓ 30% Channel Pruning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Layer (179 Channels)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(Direct Tensor Dimension Shrink)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72200" y="2926080"/>
            <a:ext cx="2331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Removes entire channels, filters, or layers.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2200" y="3520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Directly modifies tensor shapes &amp; network structure.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72200" y="4023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special hardware overhead — accelerates standard GPUs &amp; CPUs.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Recovery &amp; Multi-Metric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RECOVERY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Fine-Tuning &amp; Retraining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learning rate retraining to let remaining weights adapt to pruned space.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441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Knowledge Distillation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64261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original dense model as Teacher to guide student pruned model logits.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0998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 Rate Adjustment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30098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cosine annealing schedules or warmup resets for stable convergence.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7581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Hyperparameter Tuning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95935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Re-tunes weight decay &amp; regularization to match reduced parameter scale.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1234440"/>
            <a:ext cx="411480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MULTI-METRIC EVALUATION MATRIX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856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ACCURACY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Top-5 Accuracy, mAP, F1-score, Per-class Recall degradation.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679192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52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EFFICIENCY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29992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reduction %, Parameter count (M/B), Memory footprint (MB).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3575304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484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DEPLOYMENT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8953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(ms), Inference Throughput (FPS), Peak VRAM.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&amp; 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Optimization Loop &amp; Final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Optimization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 Edition • Technical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93192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OPTIMIZATION FORMULATION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356616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min_{P}   L_{task}(P)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Accuracy(P)  ≥  A_{target}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Latency(P)   ≤  L_{target}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Memory(P)    ≤  M_{target}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Sparsity(P)   ≥  S_{target}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POLICY REVISION (TARGET NOT MET)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targets fail, the optimizer revises policy P: reduces per-layer ratio, switches granularity, or adjusts criterion, then re-runs Recovery Loop.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4114800" cy="3429000"/>
          </a:xfrm>
          <a:prstGeom prst="rect">
            <a:avLst/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&amp; VERIFICATION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28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Model Finalization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039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architecture, weights, &amp; pruning mask configuration.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441448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871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Export Format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model graph to ONNX, TensorRT, OpenVINO, or TFLite.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09981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45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Multi-Stage Verification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355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Structural, Numerical, &amp; Inference Latency verification.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3758184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039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Production Handover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4014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Optimized Model, Spec Config, &amp; Benchmark Report.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Pruning Optimization Framework (Monochrome Edition)</dc:title>
  <dc:subject>PptxGenJS Presentation</dc:subject>
  <dc:creator>Antigravity AI Systems</dc:creator>
  <cp:lastModifiedBy>Antigravity AI Systems</cp:lastModifiedBy>
  <cp:revision>1</cp:revision>
  <dcterms:created xsi:type="dcterms:W3CDTF">2026-09-09T09:50:43Z</dcterms:created>
  <dcterms:modified xsi:type="dcterms:W3CDTF">2026-09-09T09:50:43Z</dcterms:modified>
</cp:coreProperties>
</file>